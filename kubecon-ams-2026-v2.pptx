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"Signed, Sealed, Delivered: Identity-Based Access Control with Reverse Proxies"</a:t>
            </a:r>
          </a:p>
          <a:p/>
          <a:p>
            <a:r>
              <a:t>Key setup:</a:t>
            </a:r>
          </a:p>
          <a:p>
            <a:r>
              <a:t>- This talk demonstrates how to move beyond VPN-based access control</a:t>
            </a:r>
          </a:p>
          <a:p>
            <a:r>
              <a:t>- We'll show a live demo using Keycloak, Envoy, and JWT tokens</a:t>
            </a:r>
          </a:p>
          <a:p>
            <a:r>
              <a:t>- The core insight: authentication and authorization are different things</a:t>
            </a:r>
          </a:p>
          <a:p>
            <a:r>
              <a:t>- By the end, you'll see how a reverse proxy can enforce per-user, per-resource access control with full audit trails</a:t>
            </a:r>
          </a:p>
          <a:p/>
          <a:p>
            <a:r>
              <a:t>Introduce yourselves briefly, then move to speaker intro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introductions:</a:t>
            </a:r>
          </a:p>
          <a:p/>
          <a:p>
            <a:r>
              <a:t>Peter ONeill:</a:t>
            </a:r>
          </a:p>
          <a:p>
            <a:r>
              <a:t>- Solutions Engineering at Teleport</a:t>
            </a:r>
          </a:p>
          <a:p>
            <a:r>
              <a:t>- Focus on infrastructure and zero trust security</a:t>
            </a:r>
          </a:p>
          <a:p>
            <a:r>
              <a:t>- Built this demo to show practical identity-based access control</a:t>
            </a:r>
          </a:p>
          <a:p>
            <a:r>
              <a:t>- GitHub: github.com/peteroneilljr</a:t>
            </a:r>
          </a:p>
          <a:p/>
          <a:p>
            <a:r>
              <a:t>Boris Kurktchiev:</a:t>
            </a:r>
          </a:p>
          <a:p>
            <a:r>
              <a:t>- Field CTO at Teleport</a:t>
            </a:r>
          </a:p>
          <a:p>
            <a:r>
              <a:t>- Self-described "Cloud-Native Plumber" - connecting all the pipes</a:t>
            </a:r>
          </a:p>
          <a:p>
            <a:r>
              <a:t>- Deep expertise in security and identity systems</a:t>
            </a:r>
          </a:p>
          <a:p>
            <a:r>
              <a:t>- Brings the architectural perspective on why this matters at scale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of the problem and our solution:</a:t>
            </a:r>
          </a:p>
          <a:p/>
          <a:p>
            <a:r>
              <a:t>THE VPN PROBLEM:</a:t>
            </a:r>
          </a:p>
          <a:p>
            <a:r>
              <a:t>- Traditional VPNs give network-level access: once you're in, you can reach everything</a:t>
            </a:r>
          </a:p>
          <a:p>
            <a:r>
              <a:t>- No per-request identity verification - just IP-based trust</a:t>
            </a:r>
          </a:p>
          <a:p>
            <a:r>
              <a:t>- Audit trail is limited to IP addresses - "who" is just a network address</a:t>
            </a:r>
          </a:p>
          <a:p>
            <a:r>
              <a:t>- Lateral movement is trivial once inside the network perimeter</a:t>
            </a:r>
          </a:p>
          <a:p>
            <a:r>
              <a:t>- It's all-or-nothing: coarse-grained access control</a:t>
            </a:r>
          </a:p>
          <a:p/>
          <a:p>
            <a:r>
              <a:t>THE REVERSE PROXY SOLUTION:</a:t>
            </a:r>
          </a:p>
          <a:p>
            <a:r>
              <a:t>- Every HTTP request carries a signed JWT with the user's identity</a:t>
            </a:r>
          </a:p>
          <a:p>
            <a:r>
              <a:t>- The proxy validates identity cryptographically on every request</a:t>
            </a:r>
          </a:p>
          <a:p>
            <a:r>
              <a:t>- Authorization is per-user and per-resource (fine-grained)</a:t>
            </a:r>
          </a:p>
          <a:p>
            <a:r>
              <a:t>- Backend services don't need any authentication code - the proxy handles it</a:t>
            </a:r>
          </a:p>
          <a:p>
            <a:r>
              <a:t>- Complete identity-aware audit trail: who did what, when, with what result</a:t>
            </a:r>
          </a:p>
          <a:p/>
          <a:p>
            <a:r>
              <a:t>WHAT WE'LL DEMONSTRATE:</a:t>
            </a:r>
          </a:p>
          <a:p>
            <a:r>
              <a:t>- Keycloak as our OAuth2/OIDC identity provider, issuing RS256-signed JWTs</a:t>
            </a:r>
          </a:p>
          <a:p>
            <a:r>
              <a:t>- Envoy as the reverse proxy, validating tokens and enforcing RBAC policies</a:t>
            </a:r>
          </a:p>
          <a:p>
            <a:r>
              <a:t>- The key moment: Bob has an admin role but gets 403 Forbidden on Alice's app</a:t>
            </a:r>
          </a:p>
          <a:p>
            <a:r>
              <a:t>  This proves authentication (who you are) is different from authorization (what you can do)</a:t>
            </a:r>
          </a:p>
          <a:p>
            <a:r>
              <a:t>- Identity-aware access logs that show the full picture for compliance and forensics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OAuth2 &amp; OIDC deep dive:</a:t>
            </a:r>
          </a:p>
          <a:p/>
          <a:p>
            <a:r>
              <a:t>THE RELATIONSHIP:</a:t>
            </a:r>
          </a:p>
          <a:p>
            <a:r>
              <a:t>- OAuth2 is an authorization framework - it answers "what can this client access?"</a:t>
            </a:r>
          </a:p>
          <a:p>
            <a:r>
              <a:t>- OIDC (OpenID Connect) is an authentication layer built ON TOP of OAuth2</a:t>
            </a:r>
          </a:p>
          <a:p>
            <a:r>
              <a:t>- OIDC adds: ID tokens, standard identity claims, discovery endpoints</a:t>
            </a:r>
          </a:p>
          <a:p>
            <a:r>
              <a:t>- Together they give us both identity (who) and permissions (what) in a single token flow</a:t>
            </a:r>
          </a:p>
          <a:p/>
          <a:p>
            <a:r>
              <a:t>COMPONENTS IN OUR DEMO:</a:t>
            </a:r>
          </a:p>
          <a:p>
            <a:r>
              <a:t>- Keycloak serves as both the Authorization Server (OAuth2) and Identity Provider (OIDC)</a:t>
            </a:r>
          </a:p>
          <a:p>
            <a:r>
              <a:t>- Envoy acts as the Resource Server - it validates tokens and enforces access policies</a:t>
            </a:r>
          </a:p>
          <a:p>
            <a:r>
              <a:t>- The JWT token carries both identity claims (preferred_username, email) and access claims (realm_access.roles)</a:t>
            </a:r>
          </a:p>
          <a:p>
            <a:r>
              <a:t>- The JWKS (JSON Web Key Set) endpoint exposes Keycloak's public keys so Envoy can verify signatures without sharing secrets</a:t>
            </a:r>
          </a:p>
          <a:p/>
          <a:p>
            <a:r>
              <a:t>DEMO FLOW (6 steps in detail):</a:t>
            </a:r>
          </a:p>
          <a:p>
            <a:r>
              <a:t>1. User POSTs username/password to Keycloak's token endpoint (password grant)</a:t>
            </a:r>
          </a:p>
          <a:p>
            <a:r>
              <a:t>2. Keycloak validates credentials against its user database</a:t>
            </a:r>
          </a:p>
          <a:p>
            <a:r>
              <a:t>3. Keycloak generates an RS256-signed JWT with OIDC claims (iss, sub, aud, exp, preferred_username, email, realm_access.roles)</a:t>
            </a:r>
          </a:p>
          <a:p>
            <a:r>
              <a:t>4. Client receives the JWT and sends it as a Bearer token in the Authorization header to Envoy</a:t>
            </a:r>
          </a:p>
          <a:p>
            <a:r>
              <a:t>5. Envoy fetches Keycloak's public key from the JWKS endpoint, validates the signature and claims (issuer, expiration, audience)</a:t>
            </a:r>
          </a:p>
          <a:p>
            <a:r>
              <a:t>6. If valid, Envoy extracts claims into metadata and forwards the request to the backend</a:t>
            </a:r>
          </a:p>
          <a:p/>
          <a:p>
            <a:r>
              <a:t>PRODUCTION NOTE: We use Password Grant for demo simplicity. In production, always use Authorization Code Flow + PKCE - never expose user passwords to the client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JWT deep dive:</a:t>
            </a:r>
          </a:p>
          <a:p/>
          <a:p>
            <a:r>
              <a:t>STRUCTURE - A JWT has three Base64URL-encoded parts separated by dots:</a:t>
            </a:r>
          </a:p>
          <a:p/>
          <a:p>
            <a:r>
              <a:t>HEADER:</a:t>
            </a:r>
          </a:p>
          <a:p>
            <a:r>
              <a:t>- alg: RS256 (RSA with SHA-256) - asymmetric algorithm, so Envoy only needs the public key</a:t>
            </a:r>
          </a:p>
          <a:p>
            <a:r>
              <a:t>- typ: JWT - identifies this as a JSON Web Token</a:t>
            </a:r>
          </a:p>
          <a:p>
            <a:r>
              <a:t>- kid: Key ID - tells the validator which key from the JWKS to use for verification</a:t>
            </a:r>
          </a:p>
          <a:p/>
          <a:p>
            <a:r>
              <a:t>PAYLOAD (CLAIMS):</a:t>
            </a:r>
          </a:p>
          <a:p>
            <a:r>
              <a:t>- Standard claims: iss (issuer - Keycloak URL), sub (subject - user UUID), aud (audience), exp (expiration timestamp)</a:t>
            </a:r>
          </a:p>
          <a:p>
            <a:r>
              <a:t>- OIDC claims: preferred_username ("alice"), email, email_verified</a:t>
            </a:r>
          </a:p>
          <a:p>
            <a:r>
              <a:t>- Custom claims: realm_access.roles (["user"] or ["admin"]) - these drive our RBAC policies</a:t>
            </a:r>
          </a:p>
          <a:p>
            <a:r>
              <a:t>- iat (issued at), nbf (not before) - time-based validity bounds</a:t>
            </a:r>
          </a:p>
          <a:p/>
          <a:p>
            <a:r>
              <a:t>SIGNATURE:</a:t>
            </a:r>
          </a:p>
          <a:p>
            <a:r>
              <a:t>- Created by: Base64URL(header) + "." + Base64URL(payload), signed with Keycloak's RSA private key</a:t>
            </a:r>
          </a:p>
          <a:p>
            <a:r>
              <a:t>- Verification: Envoy fetches the public key from JWKS endpoint and verifies the signature</a:t>
            </a:r>
          </a:p>
          <a:p>
            <a:r>
              <a:t>- This proves the token was issued by Keycloak and hasn't been tampered with</a:t>
            </a:r>
          </a:p>
          <a:p/>
          <a:p>
            <a:r>
              <a:t>ENVOY VALIDATION (6 steps):</a:t>
            </a:r>
          </a:p>
          <a:p>
            <a:r>
              <a:t>1. Check token format (must have exactly 3 dot-separated parts)</a:t>
            </a:r>
          </a:p>
          <a:p>
            <a:r>
              <a:t>2. Decode header to get algorithm and key ID</a:t>
            </a:r>
          </a:p>
          <a:p>
            <a:r>
              <a:t>3. Fetch matching public key from Keycloak's JWKS endpoint</a:t>
            </a:r>
          </a:p>
          <a:p>
            <a:r>
              <a:t>4. Verify RSA-SHA256 signature using the public key</a:t>
            </a:r>
          </a:p>
          <a:p>
            <a:r>
              <a:t>5. Validate claims: check issuer matches expected, token not expired, audience correct</a:t>
            </a:r>
          </a:p>
          <a:p>
            <a:r>
              <a:t>6. Store validated claims in Envoy's Dynamic Metadata for use by RBAC filter and access logger</a:t>
            </a:r>
          </a:p>
          <a:p/>
          <a:p>
            <a:r>
              <a:t>TRADE-OFFS:</a:t>
            </a:r>
          </a:p>
          <a:p>
            <a:r>
              <a:t>- Can't revoke a JWT before expiration - mitigate with short TTL (5 min) and refresh tokens</a:t>
            </a:r>
          </a:p>
          <a:p>
            <a:r>
              <a:t>- Payload is Base64URL encoded, NOT encrypted - never put secrets in a JWT</a:t>
            </a:r>
          </a:p>
          <a:p>
            <a:r>
              <a:t>- A stolen token is valid until it expires - always use HTTPS in production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Reverse Proxy architecture:</a:t>
            </a:r>
          </a:p>
          <a:p/>
          <a:p>
            <a:r>
              <a:t>WHAT IS A REVERSE PROXY?</a:t>
            </a:r>
          </a:p>
          <a:p>
            <a:r>
              <a:t>- A reverse proxy sits in front of your backend services - it's the single entry point</a:t>
            </a:r>
          </a:p>
          <a:p>
            <a:r>
              <a:t>- All client traffic flows through it - clients never talk directly to backends</a:t>
            </a:r>
          </a:p>
          <a:p>
            <a:r>
              <a:t>- It centralizes cross-cutting concerns: authentication, authorization, logging, TLS termination</a:t>
            </a:r>
          </a:p>
          <a:p>
            <a:r>
              <a:t>- Think of it like a security guard at a building entrance - everyone must pass through and show ID</a:t>
            </a:r>
          </a:p>
          <a:p>
            <a:r>
              <a:t>- Key difference from a forward proxy: a forward proxy sits in front of clients (like a corporate proxy), a reverse proxy sits in front of servers</a:t>
            </a:r>
          </a:p>
          <a:p/>
          <a:p>
            <a:r>
              <a:t>VPN vs REVERSE PROXY:</a:t>
            </a:r>
          </a:p>
          <a:p>
            <a:r>
              <a:t>- VPN gives network-level access: once you're connected, you can reach everything on that network</a:t>
            </a:r>
          </a:p>
          <a:p>
            <a:r>
              <a:t>- Reverse proxy gives app-level access: each request is individually authorized based on user identity</a:t>
            </a:r>
          </a:p>
          <a:p>
            <a:r>
              <a:t>- VPN has no per-request validation - once the tunnel is up, all traffic flows through</a:t>
            </a:r>
          </a:p>
          <a:p>
            <a:r>
              <a:t>- Reverse proxy validates every single request with cryptographic identity (zero trust model)</a:t>
            </a:r>
          </a:p>
          <a:p>
            <a:r>
              <a:t>- VPN logs show IP addresses; reverse proxy logs show actual user identities</a:t>
            </a:r>
          </a:p>
          <a:p/>
          <a:p>
            <a:r>
              <a:t>ENVOY'S FILTER CHAIN (request pipeline):</a:t>
            </a:r>
          </a:p>
          <a:p>
            <a:r>
              <a:t>1. Listener (0.0.0.0:8080) accepts incoming connections</a:t>
            </a:r>
          </a:p>
          <a:p>
            <a:r>
              <a:t>2. JWT Authentication Filter: validates the Bearer token's RS256 signature using JWKS, extracts claims into Dynamic Metadata</a:t>
            </a:r>
          </a:p>
          <a:p>
            <a:r>
              <a:t>3. RBAC Authorization Filter: reads preferred_username from metadata, checks it against per-route policies (e.g., only "alice" can access /alice)</a:t>
            </a:r>
          </a:p>
          <a:p>
            <a:r>
              <a:t>4. Access Logger: writes identity-aware log entries using Dynamic Metadata format strings</a:t>
            </a:r>
          </a:p>
          <a:p>
            <a:r>
              <a:t>5. Router: forwards the validated, authorized request to the correct backend cluster</a:t>
            </a:r>
          </a:p>
          <a:p/>
          <a:p>
            <a:r>
              <a:t>Invalid token? Rejected in ~5ms. The backend is never even contacted.</a:t>
            </a:r>
          </a:p>
          <a:p/>
          <a:p>
            <a:r>
              <a:t>DEFENSE IN DEPTH (5 security layers):</a:t>
            </a:r>
          </a:p>
          <a:p>
            <a:r>
              <a:t>1. Network Isolation (Docker network) - backends not directly reachable</a:t>
            </a:r>
          </a:p>
          <a:p>
            <a:r>
              <a:t>2. TLS Termination (in production) - encrypted in transit</a:t>
            </a:r>
          </a:p>
          <a:p>
            <a:r>
              <a:t>3. JWT Authentication - cryptographic identity verification</a:t>
            </a:r>
          </a:p>
          <a:p>
            <a:r>
              <a:t>4. RBAC Authorization - per-user, per-resource access control</a:t>
            </a:r>
          </a:p>
          <a:p>
            <a:r>
              <a:t>5. Rate Limiting (in production) - prevents abuse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Identity-Aware Access Logging:</a:t>
            </a:r>
          </a:p>
          <a:p/>
          <a:p>
            <a:r>
              <a:t>HOW IDENTITY GETS INTO LOGS:</a:t>
            </a:r>
          </a:p>
          <a:p>
            <a:r>
              <a:t>1. The JWT Authentication filter validates the token and extracts all claims</a:t>
            </a:r>
          </a:p>
          <a:p>
            <a:r>
              <a:t>2. The critical config line: payload_in_metadata: "jwt_payload" - this stores the JWT claims in Envoy's Dynamic Metadata</a:t>
            </a:r>
          </a:p>
          <a:p>
            <a:r>
              <a:t>3. Dynamic Metadata is a request-scoped key-value store that flows through the filter chain</a:t>
            </a:r>
          </a:p>
          <a:p>
            <a:r>
              <a:t>4. The Access Logger reads metadata using format strings like: %DYNAMIC_METADATA(envoy.filters.http.jwt_authn:jwt_payload:preferred_username)%</a:t>
            </a:r>
          </a:p>
          <a:p>
            <a:r>
              <a:t>5. Result: every log entry contains the actual user identity, not just an IP address</a:t>
            </a:r>
          </a:p>
          <a:p/>
          <a:p>
            <a:r>
              <a:t>THE KEY CONFIG LINE:</a:t>
            </a:r>
          </a:p>
          <a:p>
            <a:r>
              <a:t>- Without payload_in_metadata: logs show only IP addresses, just like a VPN</a:t>
            </a:r>
          </a:p>
          <a:p>
            <a:r>
              <a:t>- With payload_in_metadata: you get full identity-aware audit trails</a:t>
            </a:r>
          </a:p>
          <a:p>
            <a:r>
              <a:t>- This single line is what transforms your logging from network-level to identity-level</a:t>
            </a:r>
          </a:p>
          <a:p/>
          <a:p>
            <a:r>
              <a:t>THREE SCENARIOS:</a:t>
            </a:r>
          </a:p>
          <a:p/>
          <a:p>
            <a:r>
              <a:t>401 - No Token or Invalid Token:</a:t>
            </a:r>
          </a:p>
          <a:p>
            <a:r>
              <a:t>- User field shows "-" because the JWT was rejected before metadata could be populated</a:t>
            </a:r>
          </a:p>
          <a:p>
            <a:r>
              <a:t>- The backend was never contacted - fail-fast security</a:t>
            </a:r>
          </a:p>
          <a:p>
            <a:r>
              <a:t>- Response flags show UAEX (Unauthorized External)</a:t>
            </a:r>
          </a:p>
          <a:p>
            <a:r>
              <a:t>- Example: someone tries to access without a token, or with an expired/forged token</a:t>
            </a:r>
          </a:p>
          <a:p/>
          <a:p>
            <a:r>
              <a:t>403 - Valid Token, Wrong User:</a:t>
            </a:r>
          </a:p>
          <a:p>
            <a:r>
              <a:t>- This is the most interesting case for security</a:t>
            </a:r>
          </a:p>
          <a:p>
            <a:r>
              <a:t>- The user's identity IS logged even though access was denied</a:t>
            </a:r>
          </a:p>
          <a:p>
            <a:r>
              <a:t>- Example: Bob (with admin role) tries to access /alice and gets 403</a:t>
            </a:r>
          </a:p>
          <a:p>
            <a:r>
              <a:t>- Response flags show RBAC_ACCESS_DENIED</a:t>
            </a:r>
          </a:p>
          <a:p>
            <a:r>
              <a:t>- We know exactly WHO tried to access WHAT and WHEN - this is crucial for security monitoring</a:t>
            </a:r>
          </a:p>
          <a:p/>
          <a:p>
            <a:r>
              <a:t>200 - Authorized Access:</a:t>
            </a:r>
          </a:p>
          <a:p>
            <a:r>
              <a:t>- Complete audit trail: user identity, requested path, timestamp, response code</a:t>
            </a:r>
          </a:p>
          <a:p>
            <a:r>
              <a:t>- Non-repudiation: the user cannot deny performing the action</a:t>
            </a:r>
          </a:p>
          <a:p>
            <a:r>
              <a:t>- Compliance-ready for GDPR (data access tracking), HIPAA (PHI access logging), SOC2 (access audit), PCI-DSS</a:t>
            </a:r>
          </a:p>
          <a:p/>
          <a:p>
            <a:r>
              <a:t>In production: feed these logs to ELK, Splunk, Datadog, or CloudWatch for alerting and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Architecture walkthrough:</a:t>
            </a:r>
          </a:p>
          <a:p/>
          <a:p>
            <a:r>
              <a:t>THE SETUP:</a:t>
            </a:r>
          </a:p>
          <a:p>
            <a:r>
              <a:t>All components run in a single Docker network (demo-network) for isolation.</a:t>
            </a:r>
          </a:p>
          <a:p/>
          <a:p>
            <a:r>
              <a:t>COMPONENTS:</a:t>
            </a:r>
          </a:p>
          <a:p>
            <a:r>
              <a:t>1. Client (curl) - represents any HTTP client sending Bearer tokens</a:t>
            </a:r>
          </a:p>
          <a:p>
            <a:r>
              <a:t>2. Keycloak (port 8180) - our OIDC provider, issues RS256-signed JWTs, exposes JWKS endpoint</a:t>
            </a:r>
          </a:p>
          <a:p>
            <a:r>
              <a:t>3. Envoy Proxy (port 8080) - the reverse proxy, single entry point</a:t>
            </a:r>
          </a:p>
          <a:p>
            <a:r>
              <a:t>4. Three backend apps: public-app (3000), bob-app (3001), alice-app (3002)</a:t>
            </a:r>
          </a:p>
          <a:p/>
          <a:p>
            <a:r>
              <a:t>REQUEST FLOW:</a:t>
            </a:r>
          </a:p>
          <a:p>
            <a:r>
              <a:t>1. Client first gets a token from Keycloak (password grant: POST to /token endpoint)</a:t>
            </a:r>
          </a:p>
          <a:p>
            <a:r>
              <a:t>2. Client sends request to Envoy with "Authorization: Bearer &lt;token&gt;" header</a:t>
            </a:r>
          </a:p>
          <a:p>
            <a:r>
              <a:t>3. Envoy's JWT Authentication Filter validates the signature by fetching JWKS from Keycloak</a:t>
            </a:r>
          </a:p>
          <a:p>
            <a:r>
              <a:t>4. Envoy's RBAC Filter checks the preferred_username claim against route-specific policies</a:t>
            </a:r>
          </a:p>
          <a:p>
            <a:r>
              <a:t>5. Access Logger records the user identity + path + decision</a:t>
            </a:r>
          </a:p>
          <a:p>
            <a:r>
              <a:t>6. Router forwards to the correct backend cluster</a:t>
            </a:r>
          </a:p>
          <a:p/>
          <a:p>
            <a:r>
              <a:t>ENVOY FILTER CHAIN:</a:t>
            </a:r>
          </a:p>
          <a:p>
            <a:r>
              <a:t>- JWT Auth Filter: validates RS256 signature, checks iss/exp/aud, extracts claims into Dynamic Metadata</a:t>
            </a:r>
          </a:p>
          <a:p>
            <a:r>
              <a:t>- RBAC Filter: reads preferred_username from metadata, checks per-route policies</a:t>
            </a:r>
          </a:p>
          <a:p>
            <a:r>
              <a:t>  - /public: any authenticated user</a:t>
            </a:r>
          </a:p>
          <a:p>
            <a:r>
              <a:t>  - /alice: only preferred_username == "alice"</a:t>
            </a:r>
          </a:p>
          <a:p>
            <a:r>
              <a:t>  - /bob: only preferred_username == "bob"</a:t>
            </a:r>
          </a:p>
          <a:p>
            <a:r>
              <a:t>- Access Logger: uses Dynamic Metadata format strings to include identity in every log line</a:t>
            </a:r>
          </a:p>
          <a:p>
            <a:r>
              <a:t>- Router: forwards validated requests to backend clusters with path rewriting</a:t>
            </a:r>
          </a:p>
          <a:p/>
          <a:p>
            <a:r>
              <a:t>ACCESS CONTROL MATRIX:</a:t>
            </a:r>
          </a:p>
          <a:p>
            <a:r>
              <a:t>- No token → 401 Unauthorized (for all routes)</a:t>
            </a:r>
          </a:p>
          <a:p>
            <a:r>
              <a:t>- Alice → /public: 200, /alice: 200, /bob: 403</a:t>
            </a:r>
          </a:p>
          <a:p>
            <a:r>
              <a:t>- Bob → /public: 200, /alice: 403, /bob: 200</a:t>
            </a:r>
          </a:p>
          <a:p>
            <a:r>
              <a:t>- Key insight: Bob's admin role doesn't help - RBAC checks username, not role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AHA MOMENT - This is the core takeaway of the entire talk.</a:t>
            </a:r>
          </a:p>
          <a:p/>
          <a:p>
            <a:r>
              <a:t>SETUP:</a:t>
            </a:r>
          </a:p>
          <a:p>
            <a:r>
              <a:t>- Alice has the role "user" in Keycloak</a:t>
            </a:r>
          </a:p>
          <a:p>
            <a:r>
              <a:t>- Bob has the role "admin" in Keycloak</a:t>
            </a:r>
          </a:p>
          <a:p>
            <a:r>
              <a:t>- Both have valid, RS256-signed JWT tokens from the same identity provider</a:t>
            </a:r>
          </a:p>
          <a:p/>
          <a:p>
            <a:r>
              <a:t>ALICE'S ACCESS:</a:t>
            </a:r>
          </a:p>
          <a:p>
            <a:r>
              <a:t>- /public → 200 OK (any authenticated user can access)</a:t>
            </a:r>
          </a:p>
          <a:p>
            <a:r>
              <a:t>- /alice → 200 OK (RBAC policy: preferred_username must be "alice")</a:t>
            </a:r>
          </a:p>
          <a:p>
            <a:r>
              <a:t>- /bob → 403 Forbidden (RBAC policy: preferred_username must be "bob")</a:t>
            </a:r>
          </a:p>
          <a:p/>
          <a:p>
            <a:r>
              <a:t>BOB'S ACCESS:</a:t>
            </a:r>
          </a:p>
          <a:p>
            <a:r>
              <a:t>- /public → 200 OK (any authenticated user can access)</a:t>
            </a:r>
          </a:p>
          <a:p>
            <a:r>
              <a:t>- /alice → 403 FORBIDDEN (RBAC policy: preferred_username must be "alice" - Bob's "admin" role doesn't matter)</a:t>
            </a:r>
          </a:p>
          <a:p>
            <a:r>
              <a:t>- /bob → 200 OK (RBAC policy: preferred_username must be "bob")</a:t>
            </a:r>
          </a:p>
          <a:p/>
          <a:p>
            <a:r>
              <a:t>THE KEY INSIGHT:</a:t>
            </a:r>
          </a:p>
          <a:p>
            <a:r>
              <a:t>Bob IS authenticated. His JWT is perfectly valid. He even has the "admin" role.</a:t>
            </a:r>
          </a:p>
          <a:p>
            <a:r>
              <a:t>But he still gets 403 Forbidden on /alice's app.</a:t>
            </a:r>
          </a:p>
          <a:p/>
          <a:p>
            <a:r>
              <a:t>WHY? Because our RBAC policy checks the USERNAME, not the role.</a:t>
            </a:r>
          </a:p>
          <a:p>
            <a:r>
              <a:t>Authentication (proving who you are) is fundamentally different from authorization (what you're allowed to do).</a:t>
            </a:r>
          </a:p>
          <a:p/>
          <a:p>
            <a:r>
              <a:t>This is zero trust in action:</a:t>
            </a:r>
          </a:p>
          <a:p>
            <a:r>
              <a:t>- Having a valid identity token doesn't grant blanket access</a:t>
            </a:r>
          </a:p>
          <a:p>
            <a:r>
              <a:t>- Even elevated roles don't bypass resource-level authorization</a:t>
            </a:r>
          </a:p>
          <a:p>
            <a:r>
              <a:t>- Every resource has its own access policy based on identity attributes</a:t>
            </a:r>
          </a:p>
          <a:p>
            <a:r>
              <a:t>- The proxy enforces these policies consistently, backends don't need to know</a:t>
            </a:r>
          </a:p>
          <a:p/>
          <a:p>
            <a:r>
              <a:t>In the VPN world: if Bob is "inside the network", he can reach everything.</a:t>
            </a:r>
          </a:p>
          <a:p>
            <a:r>
              <a:t>In the reverse proxy world: Bob's valid token + admin role still can't access Alice's resources.</a:t>
            </a:r>
          </a:p>
          <a:p/>
          <a:p>
            <a:r>
              <a:t>This is the "Signed, Sealed, Delivered" moment - the token is signed (valid), sealed (secure), but access is only delivered to the right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Takeaways - Four things to remember:</a:t>
            </a:r>
          </a:p>
          <a:p/>
          <a:p>
            <a:r>
              <a:t>1. ZERO TRUST &gt; VPN:</a:t>
            </a:r>
          </a:p>
          <a:p>
            <a:r>
              <a:t>- VPNs trust the network perimeter. Once inside, everything is reachable.</a:t>
            </a:r>
          </a:p>
          <a:p>
            <a:r>
              <a:t>- Zero trust means never trust, always verify. Every single request is validated with cryptographic identity.</a:t>
            </a:r>
          </a:p>
          <a:p>
            <a:r>
              <a:t>- The reverse proxy is the enforcement point - it validates the JWT signature, checks claims, and enforces RBAC on every request.</a:t>
            </a:r>
          </a:p>
          <a:p>
            <a:r>
              <a:t>- This isn't just theoretical - we demonstrated it live.</a:t>
            </a:r>
          </a:p>
          <a:p/>
          <a:p>
            <a:r>
              <a:t>2. AUTHENTICATION ≠ AUTHORIZATION:</a:t>
            </a:r>
          </a:p>
          <a:p>
            <a:r>
              <a:t>- This is the biggest misconception in security.</a:t>
            </a:r>
          </a:p>
          <a:p>
            <a:r>
              <a:t>- Authentication proves WHO you are (valid JWT, correct credentials)</a:t>
            </a:r>
          </a:p>
          <a:p>
            <a:r>
              <a:t>- Authorization decides WHAT you can do (RBAC policies, resource-level access)</a:t>
            </a:r>
          </a:p>
          <a:p>
            <a:r>
              <a:t>- Bob proved: valid token + admin role ≠ access to everything</a:t>
            </a:r>
          </a:p>
          <a:p>
            <a:r>
              <a:t>- Design your systems so these are separate concerns, enforced at different layers.</a:t>
            </a:r>
          </a:p>
          <a:p/>
          <a:p>
            <a:r>
              <a:t>3. CENTRALIZED SECURITY:</a:t>
            </a:r>
          </a:p>
          <a:p>
            <a:r>
              <a:t>- The reverse proxy handles authentication and authorization for ALL backends</a:t>
            </a:r>
          </a:p>
          <a:p>
            <a:r>
              <a:t>- Backends focus on business logic - they never need auth code</a:t>
            </a:r>
          </a:p>
          <a:p>
            <a:r>
              <a:t>- Security is implemented once, in one place, consistently</a:t>
            </a:r>
          </a:p>
          <a:p>
            <a:r>
              <a:t>- Adding a new backend? Just add a route and RBAC policy. No code changes.</a:t>
            </a:r>
          </a:p>
          <a:p>
            <a:r>
              <a:t>- This eliminates the "every team implements auth differently" problem.</a:t>
            </a:r>
          </a:p>
          <a:p/>
          <a:p>
            <a:r>
              <a:t>4. IDENTITY-AWARE LOGS:</a:t>
            </a:r>
          </a:p>
          <a:p>
            <a:r>
              <a:t>- Traditional logs show IP addresses. Our logs show actual user identities.</a:t>
            </a:r>
          </a:p>
          <a:p>
            <a:r>
              <a:t>- Every log entry: WHO (username), WHAT (path), WHEN (timestamp), RESULT (status code)</a:t>
            </a:r>
          </a:p>
          <a:p>
            <a:r>
              <a:t>- This is essential for: compliance (GDPR, HIPAA, SOC2), incident response, anomaly detection, forensic analysis</a:t>
            </a:r>
          </a:p>
          <a:p>
            <a:r>
              <a:t>- The 403 case is most valuable: we know WHO tried to access WHAT they shouldn't have.</a:t>
            </a:r>
          </a:p>
          <a:p>
            <a:r>
              <a:t>- One config line (payload_in_metadata) transforms your logging from network-level to identity-level.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slide.</a:t>
            </a:r>
          </a:p>
          <a:p/>
          <a:p>
            <a:r>
              <a:t>Key points to revisit if asked:</a:t>
            </a:r>
          </a:p>
          <a:p>
            <a:r>
              <a:t>- The demo repo is fully open source: github.com/peteroneilljr/kubecon-ams-demo-v2</a:t>
            </a:r>
          </a:p>
          <a:p>
            <a:r>
              <a:t>- Everything runs with docker-compose up -d and the demo script</a:t>
            </a:r>
          </a:p>
          <a:p>
            <a:r>
              <a:t>- Teleport (goteleport.com) implements these same zero-trust principles at enterprise scale</a:t>
            </a:r>
          </a:p>
          <a:p>
            <a:r>
              <a:t>- For production: use Authorization Code Flow + PKCE instead of password grant</a:t>
            </a:r>
          </a:p>
          <a:p>
            <a:r>
              <a:t>- For production: add TLS, rate limiting, and connect logs to a SIEM</a:t>
            </a:r>
          </a:p>
          <a:p/>
          <a:p>
            <a:r>
              <a:t>Common questions to prepare for:</a:t>
            </a:r>
          </a:p>
          <a:p>
            <a:r>
              <a:t>- "How does this scale?" - Envoy is battle-tested at massive scale (Lyft, Google, etc.)</a:t>
            </a:r>
          </a:p>
          <a:p>
            <a:r>
              <a:t>- "What about token revocation?" - Short TTL (5 min) + refresh tokens. For immediate revocation, consider a token blacklist or Envoy's ext_authz filter</a:t>
            </a:r>
          </a:p>
          <a:p>
            <a:r>
              <a:t>- "Can you use this with service mesh?" - Yes, Envoy is the data plane for Istio. Same JWT validation works for service-to-service auth</a:t>
            </a:r>
          </a:p>
          <a:p>
            <a:r>
              <a:t>- "How do you handle multiple identity providers?" - Envoy supports multiple JWT providers in the same filter config</a:t>
            </a:r>
          </a:p>
          <a:p>
            <a:r>
              <a:t>- "What about API keys?" - You can combine JWT auth with API key auth using Envoy's ext_authz filter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Signed, Sealed,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AF0"/>
                </a:solidFill>
                <a:latin typeface="Calibri"/>
              </a:defRPr>
            </a:pPr>
            <a:r>
              <a:t>Identity-Based Access Control with Reverse Proxies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474720"/>
            <a:ext cx="3044952" cy="254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0C0"/>
                </a:solidFill>
                <a:latin typeface="Calibri"/>
              </a:defRPr>
            </a:pPr>
            <a:r>
              <a:t>KubeCon + CloudNativeCon Europe 2026  |  Amsterdam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  <a:latin typeface="Calibri"/>
              </a:defRPr>
            </a:pPr>
            <a:r>
              <a:t>Peter ONeill &amp; Boris Kurktchiev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90"/>
                </a:solidFill>
                <a:latin typeface="Calibri"/>
              </a:defRPr>
            </a:pPr>
            <a:r>
              <a:t>Keycloak  ·  Envoy Proxy  ·  OAuth2/OIDC  ·  JWT  · 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6560"/>
            <a:ext cx="12188952" cy="762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90"/>
                </a:solidFill>
                <a:latin typeface="Calibri"/>
              </a:defRPr>
            </a:pPr>
            <a: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About 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Peter ONeill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AF0"/>
                </a:solidFill>
                <a:latin typeface="Calibri"/>
              </a:defRPr>
            </a:pPr>
            <a:r>
              <a:t>Teleport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09AF0"/>
                </a:solidFill>
                <a:latin typeface="Calibri"/>
              </a:rPr>
              <a:t>▸ </a:t>
            </a:r>
            <a:r>
              <a:rPr sz="1600">
                <a:solidFill>
                  <a:srgbClr val="B0B0C0"/>
                </a:solidFill>
                <a:latin typeface="Calibri"/>
              </a:rPr>
              <a:t>Solutions Engineering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9AF0"/>
                </a:solidFill>
                <a:latin typeface="Calibri"/>
              </a:rPr>
              <a:t>▸ </a:t>
            </a:r>
            <a:r>
              <a:rPr sz="1600">
                <a:solidFill>
                  <a:srgbClr val="B0B0C0"/>
                </a:solidFill>
                <a:latin typeface="Calibri"/>
              </a:rPr>
              <a:t>Infrastructure &amp; Zero Trust Security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9AF0"/>
                </a:solidFill>
                <a:latin typeface="Calibri"/>
              </a:rPr>
              <a:t>▸ </a:t>
            </a:r>
            <a:r>
              <a:rPr sz="1600">
                <a:solidFill>
                  <a:srgbClr val="B0B0C0"/>
                </a:solidFill>
                <a:latin typeface="Calibri"/>
              </a:rPr>
              <a:t>github.com/peteroneilljr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Boris Kurktchiev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77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Calibri"/>
              </a:defRPr>
            </a:pPr>
            <a:r>
              <a:t>Teleport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2608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BB86FC"/>
                </a:solidFill>
                <a:latin typeface="Calibri"/>
              </a:rPr>
              <a:t>▸ </a:t>
            </a:r>
            <a:r>
              <a:rPr sz="1600">
                <a:solidFill>
                  <a:srgbClr val="B0B0C0"/>
                </a:solidFill>
                <a:latin typeface="Calibri"/>
              </a:rPr>
              <a:t>Field CTO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BB86FC"/>
                </a:solidFill>
                <a:latin typeface="Calibri"/>
              </a:rPr>
              <a:t>▸ </a:t>
            </a:r>
            <a:r>
              <a:rPr sz="1600">
                <a:solidFill>
                  <a:srgbClr val="B0B0C0"/>
                </a:solidFill>
                <a:latin typeface="Calibri"/>
              </a:rPr>
              <a:t>Cloud-Native Plumber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BB86FC"/>
                </a:solidFill>
                <a:latin typeface="Calibri"/>
              </a:rPr>
              <a:t>▸ </a:t>
            </a:r>
            <a:r>
              <a:rPr sz="1600">
                <a:solidFill>
                  <a:srgbClr val="B0B0C0"/>
                </a:solidFill>
                <a:latin typeface="Calibri"/>
              </a:rPr>
              <a:t>Security &amp;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90"/>
                </a:solidFill>
                <a:latin typeface="Calibri"/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We're Talking About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Calibri"/>
              </a:defRPr>
            </a:pPr>
            <a:r>
              <a:t>PROBLEM: The VPN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F4545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Once inside, reach everything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4545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No per-request identity checks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4545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Audit trail limited to IP addresses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4545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Lateral movement is trivial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Calibri"/>
              </a:defRPr>
            </a:pPr>
            <a:r>
              <a:t>SOLUTION: Reverse Proxy + JWT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C853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Every request carries signed identity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C853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Per-user, per-resource authorization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C853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Backends never handle auth code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C853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Full identity-aware audit trail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AF0"/>
                </a:solidFill>
                <a:latin typeface="Calibri"/>
              </a:defRPr>
            </a:pPr>
            <a:r>
              <a:t>DEMO: What We'll Show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10881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Keycloak issuing JWTs with identity claims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Envoy validating tokens and enforcing RBAC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Bob (admin) gets 403 on Alice's app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Identity-aware access logs: who, what, when,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90"/>
                </a:solidFill>
                <a:latin typeface="Calibri"/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OAuth2 &amp; OpenID Connect (OIDC)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AF0"/>
                </a:solidFill>
                <a:latin typeface="Calibri"/>
              </a:defRPr>
            </a:pPr>
            <a:r>
              <a:t>The Relationship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OIDC is built on top of OAuth2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OAuth2 = Authorization (what can you access?)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OIDC = Authentication (who are you?)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Together: identity + permissions in one 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t>Components in Our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BB86FC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Keycloak: Authorization Server + IdP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BB86FC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Envoy: Resource Server + Token Validator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BB86FC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JWT: carries identity + access claims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BB86FC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JWKS Endpoint: public keys for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Calibri"/>
              </a:defRPr>
            </a:pPr>
            <a:r>
              <a:t>Demo Flow (Password Grant)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10881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User sends credentials to Keycloak, gets RS256-signed JWT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JWT contains: username, email, roles, expiration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Client sends JWT as Bearer token to Envoy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Envoy fetches JWKS, validates signature +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90"/>
                </a:solidFill>
                <a:latin typeface="Calibri"/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JSON Web Tokens (JWT)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20116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AF0"/>
                </a:solidFill>
                <a:latin typeface="Calibri"/>
              </a:defRPr>
            </a:pPr>
            <a:r>
              <a:t>Header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Algorithm: RS256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Type: JWT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Key ID: identifies signing key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840480" cy="20116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Calibri"/>
              </a:defRPr>
            </a:pPr>
            <a:r>
              <a:t>Payload (Claims)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474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C853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iss, sub, aud, exp (standard)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C853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preferred_username: alice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C853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realm_access.roles: [user]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371600"/>
            <a:ext cx="3200400" cy="20116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463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t>Signature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920240"/>
            <a:ext cx="2834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BB86FC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RSA-SHA256 signed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BB86FC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Only Keycloak can create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BB86FC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Anyone can verify (JWKS)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486400" cy="2560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Calibri"/>
              </a:defRPr>
            </a:pPr>
            <a:r>
              <a:t>Security Properties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51206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Integrity: any change breaks signature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Stateless: no DB lookup per request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Time-limited: auto-expires (5 min TTL)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Auditable: identity in every token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80"/>
            <a:ext cx="5303520" cy="2560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931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Calibri"/>
              </a:defRPr>
            </a:pPr>
            <a:r>
              <a:t>Trade-offs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389120"/>
            <a:ext cx="4937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F4545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Cannot revoke before expiry (use short TTL)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4545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Payload is encoded, NOT encrypted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4545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Stolen token valid until expiry (use HTTPS)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90"/>
                </a:solidFill>
                <a:latin typeface="Calibri"/>
              </a:defRPr>
            </a:pPr>
            <a: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Reverse Proxy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0116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AF0"/>
                </a:solidFill>
                <a:latin typeface="Calibri"/>
              </a:defRPr>
            </a:pPr>
            <a:r>
              <a:t>What is a Reverse Proxy?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Sits in front of backends, not clients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Single entry point for all traffic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Centralizes auth, authz, logging, TLS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Like a security guard at the entrance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20116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t>VPN vs Reverse Proxy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BB86FC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VPN: network-level, all-or-nothing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BB86FC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Proxy: app-level, per-user, per-resource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BB86FC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VPN: no per-request validation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BB86FC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Proxy: every request verified (zero trust)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6858000" cy="2560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Calibri"/>
              </a:defRPr>
            </a:pPr>
            <a:r>
              <a:t>Envoy's Filter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6492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JWT Auth Filter: validates signature, extracts claims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RBAC Filter: checks username vs route policy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Access Logger: logs user + path + decision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Router: forwards to correct 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840480"/>
            <a:ext cx="3931920" cy="2560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3931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Calibri"/>
              </a:defRPr>
            </a:pPr>
            <a:r>
              <a:t>Defense in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4389120"/>
            <a:ext cx="3566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C853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Network Isolation (Docker)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C853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JWT Authentication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C853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RBAC Authorization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C853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Identity-Aware Logging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90"/>
                </a:solidFill>
                <a:latin typeface="Calibri"/>
              </a:defRPr>
            </a:pPr>
            <a: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Identity-Aware Access Logging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0116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AF0"/>
                </a:solidFill>
                <a:latin typeface="Calibri"/>
              </a:defRPr>
            </a:pPr>
            <a:r>
              <a:t>How Identity Gets Into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JWT filter extracts claims into metadata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Access logger reads metadata via format strings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Every log entry includes user identity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9AF0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One config line makes it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20116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Calibri"/>
              </a:defRPr>
            </a:pPr>
            <a:r>
              <a:t>The Key Config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payload_in_metadata: "jwt_payload"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Without it: logs show IP only (like VPN)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With it: full identity-aware audit trail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3474720" cy="2560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Calibri"/>
              </a:defRPr>
            </a:pPr>
            <a:r>
              <a:t>401: No / Invalid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31089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F4545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user: "-" (no identity)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4545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JWT rejected before reaching backend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4545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response_flags: UAEX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840480"/>
            <a:ext cx="3474720" cy="2560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Calibri"/>
              </a:defRPr>
            </a:pPr>
            <a:r>
              <a:t>403: Valid Token, Wrong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389120"/>
            <a:ext cx="31089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user: "bob" (identity IS logged)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JWT valid, but RBAC denied access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C107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We know WHO tried to access WHAT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840480"/>
            <a:ext cx="3566160" cy="2560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Calibri"/>
              </a:defRPr>
            </a:pPr>
            <a:r>
              <a:t>200: Authorized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389120"/>
            <a:ext cx="32004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C853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user: "alice", path: "/alice"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C853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Full audit: who, what, when, result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C853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Compliance: GDPR, SOC2, HIPAA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90"/>
                </a:solidFill>
                <a:latin typeface="Calibri"/>
              </a:defRPr>
            </a:pPr>
            <a: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Demo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02038"/>
          </a:solidFill>
          <a:ln w="19050">
            <a:solidFill>
              <a:srgbClr val="80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90"/>
                </a:solidFill>
                <a:latin typeface="Calibri"/>
              </a:defRPr>
            </a:pPr>
            <a:r>
              <a:t>Docker Network (demo-network)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Client (curl)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Sends Bearer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828800" cy="13716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B86FC"/>
                </a:solidFill>
                <a:latin typeface="Calibri"/>
              </a:defRPr>
            </a:pPr>
            <a:r>
              <a:t>Keycloak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Port: 8180</a:t>
            </a:r>
            <a:br/>
            <a:r>
              <a:t>OIDC Provider</a:t>
            </a:r>
            <a:br/>
            <a:r>
              <a:t>JWKS Endpoint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011680"/>
            <a:ext cx="4572000" cy="38404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1031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AF0"/>
                </a:solidFill>
                <a:latin typeface="Calibri"/>
              </a:defRPr>
            </a:pPr>
            <a:r>
              <a:t>Envoy Proxy  (Port: 8080)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2651760"/>
            <a:ext cx="4114800" cy="64008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27432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107"/>
                </a:solidFill>
                <a:latin typeface="Calibri"/>
              </a:defRPr>
            </a:pPr>
            <a:r>
              <a:t>1. JWT Authentication Filter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3383280"/>
            <a:ext cx="4114800" cy="64008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34747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853"/>
                </a:solidFill>
                <a:latin typeface="Calibri"/>
              </a:defRPr>
            </a:pPr>
            <a:r>
              <a:t>2. RBAC Authorization Filter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4114800"/>
            <a:ext cx="4114800" cy="64008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42062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86FC"/>
                </a:solidFill>
                <a:latin typeface="Calibri"/>
              </a:defRPr>
            </a:pPr>
            <a:r>
              <a:t>3. Access Logger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4846320"/>
            <a:ext cx="4114800" cy="64008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B0B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4937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4. Router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011680"/>
            <a:ext cx="2468880" cy="11887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AF0"/>
                </a:solidFill>
                <a:latin typeface="Calibri"/>
              </a:defRPr>
            </a:pPr>
            <a:r>
              <a:t>public-app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4231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Port: 3000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6974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Any authed user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3474720"/>
            <a:ext cx="2468880" cy="11887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3566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53"/>
                </a:solidFill>
                <a:latin typeface="Calibri"/>
              </a:defRPr>
            </a:pPr>
            <a:r>
              <a:t>alice-app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8862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Port: 3002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41605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Alice 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4937760"/>
            <a:ext cx="2468880" cy="11887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5029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107"/>
                </a:solidFill>
                <a:latin typeface="Calibri"/>
              </a:defRPr>
            </a:pPr>
            <a:r>
              <a:t>bob-app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5349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Port: 3001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56235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Bob ONLY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2651760" y="2606040"/>
            <a:ext cx="731520" cy="274320"/>
          </a:xfrm>
          <a:prstGeom prst="rightArrow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23774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AF0"/>
                </a:solidFill>
                <a:latin typeface="Calibri"/>
              </a:defRPr>
            </a:pPr>
            <a:r>
              <a:t>Bearer token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955279" y="2423160"/>
            <a:ext cx="914400" cy="228600"/>
          </a:xfrm>
          <a:prstGeom prst="rightArrow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7955279" y="3886200"/>
            <a:ext cx="914400" cy="228600"/>
          </a:xfrm>
          <a:prstGeom prst="rightArrow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7955279" y="5349240"/>
            <a:ext cx="914400" cy="228600"/>
          </a:xfrm>
          <a:prstGeom prst="rightArrow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own Arrow 38"/>
          <p:cNvSpPr/>
          <p:nvPr/>
        </p:nvSpPr>
        <p:spPr>
          <a:xfrm>
            <a:off x="1371600" y="3291840"/>
            <a:ext cx="274320" cy="1005840"/>
          </a:xfrm>
          <a:prstGeom prst="downArrow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" y="3566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86FC"/>
                </a:solidFill>
                <a:latin typeface="Calibri"/>
              </a:defRPr>
            </a:pPr>
            <a:r>
              <a:t>get token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743200" y="4892040"/>
            <a:ext cx="640080" cy="228600"/>
          </a:xfrm>
          <a:prstGeom prst="rightArrow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0" y="46634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Calibri"/>
              </a:defRPr>
            </a:pPr>
            <a:r>
              <a:t>fetch JWKS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90"/>
                </a:solidFill>
                <a:latin typeface="Calibri"/>
              </a:defRPr>
            </a:pPr>
            <a: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Aha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Authentication ≠ Authorization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47472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853"/>
                </a:solidFill>
                <a:latin typeface="Calibri"/>
              </a:defRPr>
            </a:pPr>
            <a:r>
              <a:t>Alice (role: user)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C853"/>
                </a:solidFill>
                <a:latin typeface="Calibri"/>
              </a:rPr>
              <a:t>▸ </a:t>
            </a:r>
            <a:r>
              <a:rPr sz="2000">
                <a:solidFill>
                  <a:srgbClr val="B0B0C0"/>
                </a:solidFill>
                <a:latin typeface="Calibri"/>
              </a:rPr>
              <a:t>/public  →  200 OK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C853"/>
                </a:solidFill>
                <a:latin typeface="Calibri"/>
              </a:rPr>
              <a:t>▸ </a:t>
            </a:r>
            <a:r>
              <a:rPr sz="2000">
                <a:solidFill>
                  <a:srgbClr val="B0B0C0"/>
                </a:solidFill>
                <a:latin typeface="Calibri"/>
              </a:rPr>
              <a:t>/alice    →  200 OK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C853"/>
                </a:solidFill>
                <a:latin typeface="Calibri"/>
              </a:rPr>
              <a:t>▸ </a:t>
            </a:r>
            <a:r>
              <a:rPr sz="2000">
                <a:solidFill>
                  <a:srgbClr val="B0B0C0"/>
                </a:solidFill>
                <a:latin typeface="Calibri"/>
              </a:rPr>
              <a:t>/bob      →  403 Forbidden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47472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107"/>
                </a:solidFill>
                <a:latin typeface="Calibri"/>
              </a:defRPr>
            </a:pPr>
            <a:r>
              <a:t>Bob (role: admin)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175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FC107"/>
                </a:solidFill>
                <a:latin typeface="Calibri"/>
              </a:rPr>
              <a:t>▸ </a:t>
            </a:r>
            <a:r>
              <a:rPr sz="2000">
                <a:solidFill>
                  <a:srgbClr val="B0B0C0"/>
                </a:solidFill>
                <a:latin typeface="Calibri"/>
              </a:rPr>
              <a:t>/public  →  200 OK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FC107"/>
                </a:solidFill>
                <a:latin typeface="Calibri"/>
              </a:rPr>
              <a:t>▸ </a:t>
            </a:r>
            <a:r>
              <a:rPr sz="2000">
                <a:solidFill>
                  <a:srgbClr val="B0B0C0"/>
                </a:solidFill>
                <a:latin typeface="Calibri"/>
              </a:rPr>
              <a:t>/alice    →  403 Forbidden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FC107"/>
                </a:solidFill>
                <a:latin typeface="Calibri"/>
              </a:rPr>
              <a:t>▸ </a:t>
            </a:r>
            <a:r>
              <a:rPr sz="2000">
                <a:solidFill>
                  <a:srgbClr val="B0B0C0"/>
                </a:solidFill>
                <a:latin typeface="Calibri"/>
              </a:rPr>
              <a:t>/bob      →  200 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286000"/>
            <a:ext cx="347472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4545"/>
                </a:solidFill>
                <a:latin typeface="Calibri"/>
              </a:defRPr>
            </a:pPr>
            <a:r>
              <a:t>The Key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0175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F4545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Bob IS authenticated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F4545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Bob has admin role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F4545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Bob still gets 403 on /alice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F4545"/>
                </a:solidFill>
                <a:latin typeface="Calibri"/>
              </a:rPr>
              <a:t>▸ </a:t>
            </a:r>
            <a:r>
              <a:rPr sz="1800">
                <a:solidFill>
                  <a:srgbClr val="B0B0C0"/>
                </a:solidFill>
                <a:latin typeface="Calibri"/>
              </a:rPr>
              <a:t>RBAC checks identity, not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760720"/>
            <a:ext cx="9445752" cy="731520"/>
          </a:xfrm>
          <a:prstGeom prst="roundRect">
            <a:avLst/>
          </a:prstGeom>
          <a:solidFill>
            <a:srgbClr val="009AF0"/>
          </a:solidFill>
          <a:ln w="1905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5806440"/>
            <a:ext cx="9079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Valid identity token + elevated role  ≠  access to everything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90"/>
                </a:solidFill>
                <a:latin typeface="Calibri"/>
              </a:defRPr>
            </a:pPr>
            <a: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AF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Zero Trust &gt; VPN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Calibri"/>
              </a:defRPr>
            </a:pPr>
            <a:r>
              <a:t>Every request validated with cryptographic identity. Never trust the network.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85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Auth ≠ Authz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Calibri"/>
              </a:defRPr>
            </a:pPr>
            <a:r>
              <a:t>Valid token + admin role still gets 403. Identity and access are separate concerns.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39496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86F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69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Centralized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Calibri"/>
              </a:defRPr>
            </a:pPr>
            <a:r>
              <a:t>One proxy handles auth for all backends. Implement security once, consistently.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39496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10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069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Identity-Aware 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6634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Calibri"/>
              </a:defRPr>
            </a:pPr>
            <a:r>
              <a:t>Logs show WHO did WHAT, WHEN, with WHAT RESULT. Compliance and forensics built 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90"/>
                </a:solidFill>
                <a:latin typeface="Calibri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Questions &amp;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30552" cy="254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9AF0"/>
                </a:solidFill>
                <a:latin typeface="Calibri"/>
              </a:defRPr>
            </a:pPr>
            <a:r>
              <a:t>github.com/peteroneilljr/kubecon-ams-demo-v2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86FC"/>
                </a:solidFill>
                <a:latin typeface="Calibri"/>
              </a:defRPr>
            </a:pPr>
            <a:r>
              <a:t>goteleport.com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Try it yourself:  docker-compose up -d  &amp;&amp;  ./demo-script.sh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08090"/>
                </a:solidFill>
                <a:latin typeface="Calibri"/>
              </a:defRPr>
            </a:pPr>
            <a:r>
              <a:t>Peter ONeill  ·  Boris Kurktchiev  ·  Teleport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6560"/>
            <a:ext cx="12188952" cy="76200"/>
          </a:xfrm>
          <a:prstGeom prst="rect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90"/>
                </a:solidFill>
                <a:latin typeface="Calibri"/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